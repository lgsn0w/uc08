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 1 — a tela responde ao clique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aula já começa no código: entender HTML, achar elementos e fazer a página mudar.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DBA74"/>
                </a:solidFill>
              </a:rPr>
              <a:t>Lanche do Código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9FAFB"/>
                </a:solidFill>
              </a:rPr>
              <a:t>Objetivo de hoje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Quando o aluno clicar em Simples, Duplo ou Triplo, o texto da tela deve mostrar o tamanho escolhido.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Sem cálculo ainda. Hoje é só dar vida à tela.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43800" y="1325880"/>
            <a:ext cx="2331720" cy="4389120"/>
          </a:xfrm>
          <a:prstGeom prst="roundRect">
            <a:avLst>
              <a:gd name="adj" fmla="val 5882"/>
            </a:avLst>
          </a:prstGeom>
          <a:solidFill>
            <a:srgbClr val="020617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527048"/>
            <a:ext cx="2057400" cy="3986784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6408" y="173736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Lanche do Código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36408" y="198424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Monte seu Lanche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36408" y="2468880"/>
            <a:ext cx="174650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5694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Simples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36408" y="3035808"/>
            <a:ext cx="1746504" cy="384048"/>
          </a:xfrm>
          <a:prstGeom prst="roundRect">
            <a:avLst>
              <a:gd name="adj" fmla="val 9524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13639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Duplo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36408" y="3602736"/>
            <a:ext cx="174650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70332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Triplo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36408" y="4617720"/>
            <a:ext cx="1746504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4800600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Tamanho: Duplo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já está pronto e o que falta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HTML e CSS já desenham a tela. O JavaScript entra para criar comportamento.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623560" cy="4434840"/>
          </a:xfrm>
          <a:prstGeom prst="roundRect">
            <a:avLst>
              <a:gd name="adj" fmla="val 82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81912"/>
            <a:ext cx="5294376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&lt;label class="opcao"&gt;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&lt;input id="tamanhoDuplo" type="radio" name="tamanho"&gt;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&lt;span&gt;Duplo&lt;/span&gt;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&lt;/label&gt;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&lt;p id="escolhaAtual"&gt;Tamanho: Simples&lt;/p&gt;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</a:rPr>
              <a:t>Leia como uma tela com etiquetas: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2240280"/>
            <a:ext cx="416052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id="tamanhoDuplo" é o nome técnico do botão Duplo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id="escolhaAtual" é o texto que vamos alterar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JavaScript usa esses ids para encontrar partes da página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4983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</a:rPr>
              <a:t>Regra prática: se o JS precisa mexer em algo, esse algo precisa ser encontrável.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receita de todo comportamento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Hoje vamos repetir a mesma sequência até virar automático.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9456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</a:rPr>
              <a:t>1. ACHAR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pegar um elemento pelo 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304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97316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19456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C55E"/>
                </a:solidFill>
              </a:rPr>
              <a:t>2. ESCUTAR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esperar o clique do usuário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304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97316"/>
                </a:solidFill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092440" y="20116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19456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DBA74"/>
                </a:solidFill>
              </a:rPr>
              <a:t>3. FAZER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mudar algo na tela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9FAFB"/>
                </a:solidFill>
              </a:rPr>
              <a:t>Se você souber aplicar esta receita, já consegue criar interação básica em qualquer página.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1 — ACHAR com getElementById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O JavaScript procura no HTML um elemento que tenha aquele id.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669280" cy="1828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90472"/>
            <a:ext cx="534009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tamanhoDuplo = document.getElementById('tamanhoDuplo');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escolhaAtual = document.getElementById('escolhaAtual');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32588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FAFB"/>
                </a:solidFill>
              </a:rPr>
              <a:t>Como ler isso em português: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49440" y="2148840"/>
            <a:ext cx="39776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const cria um nome para usar no código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document significa: a página HTML inteira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getElementById procura pelo id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Depois disso, tamanhoDuplo representa o input na tela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BA74"/>
                </a:solidFill>
              </a:rPr>
              <a:t>Sem ACHAR, o JS não sabe onde mexer.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2 — FAZER com textContent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textContent troca o texto escrito dentro de um elemento.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577840" cy="1143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524865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escolhaAtual.textContent = 'Tamanho: Duplo';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Antes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Tamanho: Simples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77640" y="3584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731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Depois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3675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DBA74"/>
                </a:solidFill>
              </a:rPr>
              <a:t>Tamanho: Duplo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4389120" cy="3063240"/>
          </a:xfrm>
          <a:prstGeom prst="roundRect">
            <a:avLst>
              <a:gd name="adj" fmla="val 2388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Ponto importante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331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Este comando muda a página, mas ainda não sabe quando rodar. Para isso entra o próximo passo: escutar o clique.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3 — ESCUTAR com addEventListener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O código fica esperando o usuário fazer alguma coisa.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6217920" cy="228600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90472"/>
            <a:ext cx="5888736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tamanhoDuplo.addEventListener('click', function 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escolhaAtual.textContent = 'Tamanho: Duplo';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32588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Como ler: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07808" y="2148840"/>
            <a:ext cx="33832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No elemento tamanhoDuplo...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escute o evento click...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quando acontecer, rode esta function...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e altere o texto da tela.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BA74"/>
                </a:solidFill>
              </a:rPr>
              <a:t>O conteúdo entre { } só roda depois do clique.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primeiro botão completo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Este é o padrão inteiro. Os outros botões repetem a mesma estrutura.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6492240" cy="4709160"/>
          </a:xfrm>
          <a:prstGeom prst="roundRect">
            <a:avLst>
              <a:gd name="adj" fmla="val 77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99032"/>
            <a:ext cx="6163056" cy="4379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ACHAR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tamanhoDuplo = document.getElementById('tamanhoDuplo');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escolhaAtual = document.getElementById('escolhaAtual');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ESCUTAR + FAZER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tamanhoDuplo.addEventListener('click', function 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escolhaAtual.textContent = 'Tamanho: Duplo';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0" y="1234440"/>
            <a:ext cx="3931920" cy="4709160"/>
          </a:xfrm>
          <a:prstGeom prst="roundRect">
            <a:avLst>
              <a:gd name="adj" fmla="val 1860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Checklist mental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8120" y="2148840"/>
            <a:ext cx="310896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</a:rPr>
              <a:t>O id no HTML está igual ao texto dentro de getElementById?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</a:rPr>
              <a:t>O nome const foi usado igual depois?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</a:rPr>
              <a:t>O evento é click?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</a:rPr>
              <a:t>O texto novo está entre aspas?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usamos function () { ... }?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Porque não queremos mudar a tela agora. Queremos mudar quando o clique acontecer.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852160" cy="2468880"/>
          </a:xfrm>
          <a:prstGeom prst="roundRect">
            <a:avLst>
              <a:gd name="adj" fmla="val 148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81912"/>
            <a:ext cx="5522976" cy="2139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tamanhoDuplo.addEventListener('click', function 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tudo aqui dentro fica guardado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e roda só quando o usuário clicar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95160" y="1417320"/>
            <a:ext cx="443484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Analogia simples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69480" y="23317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9FAFB"/>
                </a:solidFill>
              </a:rPr>
              <a:t>addEventListener é como colocar uma campainha no botão. A function é o que acontece quando alguém aperta a campainha.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694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BA74"/>
                </a:solidFill>
              </a:rPr>
              <a:t>Não memorize. Leia a estrutura.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Mão na massa guiada: botão Simples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Digite junto. Primeiro funciona. Depois entendemos cada linha.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6537960" cy="3840480"/>
          </a:xfrm>
          <a:prstGeom prst="roundRect">
            <a:avLst>
              <a:gd name="adj" fmla="val 95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90472"/>
            <a:ext cx="620877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tamanhoSimples = document.getElementById('tamanhoSimples');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escolhaAtual = document.getElementById('escolhaAtual');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tamanhoSimples.addEventListener('click', function 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escolhaAtual.textContent = 'Tamanho: Simples';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0" y="1325880"/>
            <a:ext cx="3886200" cy="384048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Teste no navegador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Salve o arquivo script.js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Atualize a página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Clique em Simples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Confira se o texto mudou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44348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</a:rPr>
              <a:t>Código que não foi testado ainda não está pronto.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Agora você completa: botão Duplo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Copie a estrutura, troque o nome do elemento e troque o texto final.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6217920" cy="2971800"/>
          </a:xfrm>
          <a:prstGeom prst="roundRect">
            <a:avLst>
              <a:gd name="adj" fmla="val 123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81912"/>
            <a:ext cx="5888736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tamanhoDuplo = document.getElementById('__________');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tamanhoDuplo.addEventListener('click', function ()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escolhaAtual.textContent = 'Tamanho: ______';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41732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Pistas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99248" y="2240280"/>
            <a:ext cx="29260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O id está no HTML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A palavra exibida deve ser Duplo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Teste clicando antes de seguir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DBA74"/>
                </a:solidFill>
              </a:rPr>
              <a:t>Não chute: olhe o HTML.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Desafio rápido: botão Triplo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Mesmo padrão. O treino é repetir até reconhecer a receita sozinho.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309360" cy="2834640"/>
          </a:xfrm>
          <a:prstGeom prst="roundRect">
            <a:avLst>
              <a:gd name="adj" fmla="val 129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81912"/>
            <a:ext cx="5980176" cy="2505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1. ache o input tamanhoTriplo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tamanhoTriplo = document.getElementById('tamanhoTriplo');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2. escute o clique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3. faça o texto mudar para Tamanho: Triplo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4069080" cy="283464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Critério de pronto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07808" y="2240280"/>
            <a:ext cx="31089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Clique em Simples → texto Simples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Clique em Duplo → texto Duplo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Clique em Triplo → texto Triplo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Se um funciona e outro não, compare linha por linha.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de Dia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Quando quebrar, procure primeiro estes pontos.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7185"/>
                </a:solidFill>
              </a:rPr>
              <a:t>1. id diferente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05840" y="2057400"/>
            <a:ext cx="4526280" cy="96012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221992"/>
            <a:ext cx="4197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HTML: id="tamanhoDuplo"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JS:   getElementById('tamDuplo')  // errado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7185"/>
                </a:solidFill>
              </a:rPr>
              <a:t>2. esquecer aspas no texto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05840" y="3886200"/>
            <a:ext cx="4526280" cy="1143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050792"/>
            <a:ext cx="41970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escolhaAtual.textContent = Tamanho: Duplo; // errado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escolhaAtual.textContent = 'Tamanho: Duplo'; // certo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132588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7185"/>
                </a:solidFill>
              </a:rPr>
              <a:t>3. chave ou parêntese faltando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720840" y="2057400"/>
            <a:ext cx="4343400" cy="13716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221992"/>
            <a:ext cx="401421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botao.addEventListener('click', function 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texto.textContent = 'ok';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416052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DBA74"/>
                </a:solidFill>
              </a:rPr>
              <a:t>Dica de depuração: leia o erro no Console e procure a linha citada.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Aquecimento opcional: contador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Mesma receita, outro problema. O botão aumenta um número.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6583680" cy="4617720"/>
          </a:xfrm>
          <a:prstGeom prst="roundRect">
            <a:avLst>
              <a:gd name="adj" fmla="val 7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99032"/>
            <a:ext cx="6254496" cy="4288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let contador = 0;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botao = document.getElementById('botaoContar');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texto = document.getElementById('textoContador');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botao.addEventListener('click', function 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contador = contador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texto.textContent = 'Contador: ' + contador;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234440"/>
            <a:ext cx="3749040" cy="461772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</a:rPr>
              <a:t>O que mudou?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09560" y="2148840"/>
            <a:ext cx="28803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let guarda um valor que muda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contador + 1 soma mais um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+ junta texto com número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9FAFB"/>
                </a:solidFill>
              </a:rPr>
              <a:t>A receita continua a mesma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precisa sair funcionando hoje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Não é decorar JavaScript. É entender o movimento.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10149840" cy="4343400"/>
          </a:xfrm>
          <a:prstGeom prst="roundRect">
            <a:avLst>
              <a:gd name="adj" fmla="val 1684"/>
            </a:avLst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830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9FAFB"/>
                </a:solidFill>
              </a:rPr>
              <a:t>Ao final da aula, você deve conseguir explicar: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900684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200" dirty="0">
                <a:solidFill>
                  <a:srgbClr val="F9FAFB"/>
                </a:solidFill>
              </a:rPr>
              <a:t>Como o JavaScript encontra um elemento pelo id</a:t>
            </a:r>
            <a:endParaRPr lang="en-US" sz="2200" dirty="0"/>
          </a:p>
          <a:p>
            <a:pPr marL="152400" indent="-152400">
              <a:buSzPct val="100000"/>
              <a:buChar char="•"/>
            </a:pPr>
            <a:r>
              <a:rPr lang="en-US" sz="2200" dirty="0">
                <a:solidFill>
                  <a:srgbClr val="F9FAFB"/>
                </a:solidFill>
              </a:rPr>
              <a:t>Como mudar um texto com textContent</a:t>
            </a:r>
            <a:endParaRPr lang="en-US" sz="2200" dirty="0"/>
          </a:p>
          <a:p>
            <a:pPr marL="152400" indent="-152400">
              <a:buSzPct val="100000"/>
              <a:buChar char="•"/>
            </a:pPr>
            <a:r>
              <a:rPr lang="en-US" sz="2200" dirty="0">
                <a:solidFill>
                  <a:srgbClr val="F9FAFB"/>
                </a:solidFill>
              </a:rPr>
              <a:t>Como rodar código quando o usuário clica</a:t>
            </a:r>
            <a:endParaRPr lang="en-US" sz="2200" dirty="0"/>
          </a:p>
          <a:p>
            <a:pPr marL="152400" indent="-152400">
              <a:buSzPct val="100000"/>
              <a:buChar char="•"/>
            </a:pPr>
            <a:r>
              <a:rPr lang="en-US" sz="2200" dirty="0">
                <a:solidFill>
                  <a:srgbClr val="F9FAFB"/>
                </a:solidFill>
              </a:rPr>
              <a:t>Como repetir ACHAR → ESCUTAR → FAZER para outros botões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50749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DBA74"/>
                </a:solidFill>
              </a:rPr>
              <a:t>Amanhã: ler valores, usar if e calcular o preço ao vivo.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469880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UC08 · Dia 1 ·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 — A tela responde</dc:title>
  <dc:subject>UC08 Dia 1 - JavaScript inicial com explicação de código</dc:subject>
  <dc:creator>OpenAI</dc:creator>
  <cp:lastModifiedBy>OpenAI</cp:lastModifiedBy>
  <cp:revision>1</cp:revision>
  <dcterms:created xsi:type="dcterms:W3CDTF">2026-07-20T04:13:16Z</dcterms:created>
  <dcterms:modified xsi:type="dcterms:W3CDTF">2026-07-20T04:13:16Z</dcterms:modified>
</cp:coreProperties>
</file>