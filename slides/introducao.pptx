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Apresentação rápida: quem sou, e que vou acompanhar a turma por 4 dias enquanto o professor titular está fora.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ninguém precisa chegar sabendo JS. A base deles (HTML/CSS/POO) é suficiente. Tom leve — é uma semana de construir, não de 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app pronto funcionando no MEU celular aqui, se possível — 30 segundos de demo vale mais que 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dia = um degrau. Cada dia termina com algo funcionando. Quem faltar um dia pode pegar a pasta do dia no repositório e continuar.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Distribuir o HTML do diagnóstico (folha dia-01). Circular pela sala observando: quem resolve, quem trava mas entende, quem está em branco. Isso calibra o ritmo dos 4 dias. Antes do aquecimento, fazer a volta de reconhecimento (PI de cada 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do curso. A receita volta em todos os dias. Falar em voz alta com eles: achar, escutar, fazer.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eu abro o VS Code e mostro ao vivo: getElementById + textContent. O código fica no projetor e no repositório — não em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novo ao vivo: addEventListener('click'). Vocabulário: 'escutador de evento'. Repetir a receita em voz alta ao digitar.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Distribuir a pasta dia-01 (ou link do repositório). Live-code o primeiro botão junto com eles; os outros dois são deles. Circular e ajudar.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em 2 minutos. Reforçar: quem não terminou os 3 botões, a pasta dia-01 completa está no repositório. Amanhã: .value, Number(), if/else.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822960"/>
            <a:ext cx="2194560" cy="3840480"/>
          </a:xfrm>
          <a:prstGeom prst="roundRect">
            <a:avLst>
              <a:gd name="adj" fmla="val 12000"/>
            </a:avLst>
          </a:prstGeom>
          <a:solidFill>
            <a:srgbClr val="141833"/>
          </a:solidFill>
          <a:ln w="25400">
            <a:solidFill>
              <a:srgbClr val="7C5C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995160" y="93268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7C5C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1488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Lanche do Código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85800"/>
            <a:ext cx="1097280" cy="411480"/>
          </a:xfrm>
          <a:prstGeom prst="rect">
            <a:avLst/>
          </a:prstGeom>
          <a:solidFill>
            <a:srgbClr val="F5EFE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para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Mobile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02920" y="3017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e execução — do zero a um app no seu celular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3977640"/>
            <a:ext cx="4023360" cy="457200"/>
          </a:xfrm>
          <a:prstGeom prst="rect">
            <a:avLst/>
          </a:prstGeom>
          <a:solidFill>
            <a:srgbClr val="7C5CB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  ·  Primeiros movimentos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próximos 4 dias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502920" cy="502920"/>
          </a:xfrm>
          <a:prstGeom prst="ellipse">
            <a:avLst/>
          </a:prstGeom>
          <a:solidFill>
            <a:srgbClr val="FBF8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1446581"/>
            <a:ext cx="261518" cy="261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325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 o professor Lucas</a:t>
            </a:r>
            <a:pPr indent="0" marL="0">
              <a:buNone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vou cobrir esta semana da UC. Depois, o professor titular continua com vocês.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011680"/>
            <a:ext cx="502920" cy="502920"/>
          </a:xfrm>
          <a:prstGeom prst="ellipse">
            <a:avLst/>
          </a:prstGeom>
          <a:solidFill>
            <a:srgbClr val="FBF8F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1" y="2132381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meta: </a:t>
            </a:r>
            <a:pPr indent="0" marL="0">
              <a:buNone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quinta-feira, um app feito por você, instalado no seu celular.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02920" y="2697480"/>
            <a:ext cx="502920" cy="502920"/>
          </a:xfrm>
          <a:prstGeom prst="ellipse">
            <a:avLst/>
          </a:prstGeom>
          <a:solidFill>
            <a:srgbClr val="FBF8F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2818181"/>
            <a:ext cx="261518" cy="261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697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funciona: </a:t>
            </a:r>
            <a:pPr indent="0" marL="0">
              <a:buNone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teoria, muita prática. Uma receita simples, repetida até virar automática.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02920" y="3566160"/>
            <a:ext cx="8138160" cy="1005840"/>
          </a:xfrm>
          <a:prstGeom prst="roundRect">
            <a:avLst>
              <a:gd name="adj" fmla="val 10909"/>
            </a:avLst>
          </a:prstGeom>
          <a:solidFill>
            <a:srgbClr val="1B2145"/>
          </a:solidFill>
          <a:ln/>
        </p:spPr>
      </p:sp>
      <p:sp>
        <p:nvSpPr>
          <p:cNvPr id="13" name="Text 8"/>
          <p:cNvSpPr/>
          <p:nvPr/>
        </p:nvSpPr>
        <p:spPr>
          <a:xfrm>
            <a:off x="777240" y="356616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sabe o que precisa:  </a:t>
            </a:r>
            <a:pPr indent="0" marL="0">
              <a:buNone/>
            </a:pPr>
            <a:r>
              <a:rPr lang="en-US" sz="16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 +  HTML  +  CSS.  O JavaScript a gente constrói juntos, do começo.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construir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325880"/>
            <a:ext cx="210312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B21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737360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1B214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Lanche do Código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seu Lanche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43000" y="246888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F5EFE0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Tamanho: Duplo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43000" y="292608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F5EFE0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Bacon  + Ovo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43000" y="34290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7C5CB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R$ 27,00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1417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app de pedidos, estilo iFood: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19659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escolhe tamanho e adicionais — o preço atualiza na hora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na tela inicial do celular, com ícone, tela cheia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até sem internet — e lembra do seu último pedido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566160" y="384048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B2145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38404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atalhos: </a:t>
            </a:r>
            <a:pPr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app de verdade, feito com HTML, CSS e JavaScript puro.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até quinta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7C5CBF"/>
          </a:solidFill>
          <a:ln w="25400">
            <a:solidFill>
              <a:srgbClr val="F5E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057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reage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primeiros comandos JavaScript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87752" y="146304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87752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2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20574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79192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ao vivo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724912" y="32004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 usuário, calcular, decidir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72584" y="146304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72584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3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20574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64024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 app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809744" y="32004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na tela inicial do celular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757416" y="146304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757416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4</a:t>
            </a:r>
            <a:endParaRPr lang="en-US" sz="13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05740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48856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894576" y="32004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+ lembrar o último pedido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005840" y="43159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Aquecimento: 10 minutos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recebe uma página com um número e um botão.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o botão aumentar o número em 1 a cada clique.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47472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7C5CB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74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aqui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Contador: 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do jogo: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794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Tente sozinho — vale pesquisar, vale errar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vale nota. É só para eu conhecer a turma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Travou? Normal. Em 10 minutos eu resolvo com vocês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3566160"/>
            <a:ext cx="3794760" cy="822960"/>
          </a:xfrm>
          <a:prstGeom prst="roundRect">
            <a:avLst>
              <a:gd name="adj" fmla="val 11111"/>
            </a:avLst>
          </a:prstGeom>
          <a:solidFill>
            <a:srgbClr val="1B2145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35661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Spoiler: </a:t>
            </a:r>
            <a:pPr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usa a receita que você vai repetir a semana inteira.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receita de tudo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comportamento de todo app é isto, três passos: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331720" cy="2286000"/>
          </a:xfrm>
          <a:prstGeom prst="roundRect">
            <a:avLst>
              <a:gd name="adj" fmla="val 5600"/>
            </a:avLst>
          </a:prstGeom>
          <a:solidFill>
            <a:srgbClr val="7C5CB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20116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326440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elemento na tela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072384" y="25603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611880" y="1691640"/>
            <a:ext cx="2331720" cy="2286000"/>
          </a:xfrm>
          <a:prstGeom prst="roundRect">
            <a:avLst>
              <a:gd name="adj" fmla="val 5600"/>
            </a:avLst>
          </a:prstGeom>
          <a:solidFill>
            <a:srgbClr val="7C5CB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0116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ESCUTAR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3749040" y="326440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usuário faz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98464" y="25603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6537960" y="1691640"/>
            <a:ext cx="2331720" cy="2286000"/>
          </a:xfrm>
          <a:prstGeom prst="roundRect">
            <a:avLst>
              <a:gd name="adj" fmla="val 5600"/>
            </a:avLst>
          </a:prstGeom>
          <a:solidFill>
            <a:srgbClr val="7C5CB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201168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675120" y="326440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mudar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42976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amanhã e nos próximos dias: sempre os mesmos três passos.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1 — Mudar a tela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1547165"/>
            <a:ext cx="380390" cy="380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71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JavaScript encontra um pedaço da página e troca o que está escrito nele.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2468880"/>
            <a:ext cx="3108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6E739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escolhido: —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0690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846320" y="2468880"/>
            <a:ext cx="3108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7C5C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4632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escolhido: Duplo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ferramentas do movimento:  achar pelo id  ·  trocar o texto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2 — Reagir ao usuário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1547165"/>
            <a:ext cx="380390" cy="380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71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fica esperando. Quando o usuário toca, o seu código roda.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31520" y="251460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6E739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514600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toca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botão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063240" y="28575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657600" y="251460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49040" y="2514600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"escutador"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89320" y="28575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583680" y="251460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7C5CBF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2514600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código roda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muda a tela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Junte o Movimento 1 + o Movimento 2  =  a página responde ao toque. Isso já é um app nascendo.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na massa — sua missão de hoje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1371600"/>
            <a:ext cx="19659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B214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23060" y="148132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1B214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seu Lanche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21488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F5EFE0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48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65176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651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15468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F5EFE0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546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Tamanho: Duplo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4630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projeto "Monte seu Lanche" (pasta dia-01):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5257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já está pronta (HTML e CSS feitos) — falta a vida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missão: tocar num tamanho → ele aparece escrito na tela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Receita: ACHAR o botão → ESCUTAR o clique → FAZER o texto mudar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Terminou? Repita com os outros dois botões. Repetir é o treino.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83280" y="406908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7C5CBF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40690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Amanhã esses botões vão calcular o preço de verdade.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05840"/>
            <a:ext cx="1920240" cy="3291840"/>
          </a:xfrm>
          <a:prstGeom prst="roundRect">
            <a:avLst>
              <a:gd name="adj" fmla="val 12000"/>
            </a:avLst>
          </a:prstGeom>
          <a:solidFill>
            <a:srgbClr val="141833"/>
          </a:solidFill>
          <a:ln w="25400">
            <a:solidFill>
              <a:srgbClr val="7C5C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132320" y="111556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7C5C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488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2834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construção…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5486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leva de hoje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receita: ACHAR → ESCUTAR → FAZER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dois primeiros movimentos de JavaScript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tela que responde ao seu toque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2920" y="329184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7C5CB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2918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Amanhã: </a:t>
            </a:r>
            <a:pPr indent="0" marL="0">
              <a:buNone/>
            </a:pPr>
            <a:r>
              <a:rPr lang="en-US" sz="16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aprende a ler você — e a calcular o preço ao vivo.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2026-07-20T03:46:52Z</dcterms:created>
  <dcterms:modified xsi:type="dcterms:W3CDTF">2026-07-20T03:46:52Z</dcterms:modified>
</cp:coreProperties>
</file>