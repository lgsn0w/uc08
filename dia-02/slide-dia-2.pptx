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DIA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Ler escolhas, calcular e atualizar a tela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Cada aluno usa o próprio tema — lanche, roupa, viagem. O sanduíche continua sendo o mapa quando alguém travar.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1301984" y="219456"/>
            <a:ext cx="475488" cy="475488"/>
          </a:xfrm>
          <a:prstGeom prst="ellipse">
            <a:avLst/>
          </a:prstGeom>
          <a:solidFill>
            <a:srgbClr val="F5F7FB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01984" y="219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51790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2037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14884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ACHAR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84832" y="225856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392B"/>
                </a:solidFill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67712" y="2148840"/>
            <a:ext cx="151790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59152" y="22037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267712" y="214884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ESCUTAR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85616" y="225856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392B"/>
                </a:solidFill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968496" y="2148840"/>
            <a:ext cx="151790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59936" y="22037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968496" y="214884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0" y="225856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392B"/>
                </a:solidFill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0" y="2148840"/>
            <a:ext cx="151790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22037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0" y="214884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GUARDAR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87184" y="225856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392B"/>
                </a:solidFill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70064" y="2148840"/>
            <a:ext cx="151790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61504" y="22037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70064" y="214884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CALCULAR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87968" y="225856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392B"/>
                </a:solidFill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070848" y="2148840"/>
            <a:ext cx="151790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62288" y="22037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070848" y="214884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MOSTRAR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3108960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OBJETIVO PRÁTICO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22960" y="3593592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Ao mexer em uma opção, o projeto deve mudar o resumo e mostrar um resultado: preço, frete, valor da passagem ou qualquer cálculo que combine com o seu tema.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Do Dia 1 para o Dia 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clique já muda texto. Agora o app precisa tomar decisões.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176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856232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DIA 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95528" y="2194560"/>
            <a:ext cx="4934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achar elemento por id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escutar click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trocar texto com textContent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repetir o padrão para cada botão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33008" y="1691640"/>
            <a:ext cx="539176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1856232"/>
            <a:ext cx="493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DIA 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61608" y="2194560"/>
            <a:ext cx="4934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ler value e checked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usar if e else if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guardar escolhas em variáveis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calcular um resultado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atualizar o resumo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520440"/>
            <a:ext cx="5391760" cy="1664716"/>
          </a:xfrm>
          <a:prstGeom prst="roundRect">
            <a:avLst>
              <a:gd name="adj" fmla="val 3845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641141"/>
            <a:ext cx="4989424" cy="1423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botao.addEventListener('click',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function ()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texto.textContent =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'Tamanho: Duplo';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});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33008" y="3520440"/>
            <a:ext cx="5391760" cy="1664716"/>
          </a:xfrm>
          <a:prstGeom prst="roundRect">
            <a:avLst>
              <a:gd name="adj" fmla="val 3845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4176" y="3641141"/>
            <a:ext cx="4989424" cy="1423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(temBacon.checked)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+ 4;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textoTotal.textContent =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'Total: R$ ' + total;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regra para qualquer tema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tema muda. O comportamento técnico é o mesmo.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564026" cy="3977640"/>
          </a:xfrm>
          <a:prstGeom prst="roundRect">
            <a:avLst>
              <a:gd name="adj" fmla="val 179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892808"/>
            <a:ext cx="31251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 · Escolha exclusiva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86384" y="2313432"/>
            <a:ext cx="31251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Só uma opção pode valer de cada vez.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86384" y="2880360"/>
            <a:ext cx="3125114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Tamanho do lanche: P, M ou G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Roupa: camiseta, calça ou vestido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Classe do voo: econômica, executiva ou primeira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Quarto do hotel: standard, luxo ou suíte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3834" y="1691640"/>
            <a:ext cx="3564026" cy="3977640"/>
          </a:xfrm>
          <a:prstGeom prst="roundRect">
            <a:avLst>
              <a:gd name="adj" fmla="val 179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290" y="1892808"/>
            <a:ext cx="31251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 · Opções extras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33290" y="2313432"/>
            <a:ext cx="31251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usuário pode marcar mais de uma.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33290" y="2880360"/>
            <a:ext cx="3125114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Bacon e ovo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Estampa personalizada e embrulho de presente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Bagagem extra e seguro viagem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Frete expresso e embalagem reforçada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0741" y="1691640"/>
            <a:ext cx="3564026" cy="3977640"/>
          </a:xfrm>
          <a:prstGeom prst="roundRect">
            <a:avLst>
              <a:gd name="adj" fmla="val 179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0197" y="1892808"/>
            <a:ext cx="31251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 · Um resultado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80197" y="2313432"/>
            <a:ext cx="31251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Alguma informação muda com as escolhas.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80197" y="2880360"/>
            <a:ext cx="3125114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Preço total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Frete estimado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Valor da passagem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Prazo de entrega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Resumo do pedido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587044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tema é livre, mas o JavaScript precisa ler escolhas, decidir alguma coisa e mostrar o resultado.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id, value e checked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Três palavras que parecem parecidas, mas servem para coisas diferentes.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7839" cy="907288"/>
          </a:xfrm>
          <a:prstGeom prst="roundRect">
            <a:avLst>
              <a:gd name="adj" fmla="val 7055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10655503" cy="665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&lt;input id="tamanhoGrande" type="radio" name="tamanho" value="Grande"&gt;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&lt;input id="extraBacon" type="checkbox" value="Bacon"&gt;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873248"/>
            <a:ext cx="3564026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3037840"/>
            <a:ext cx="31616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68096" y="3440176"/>
            <a:ext cx="31616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É o nome técnico que o JavaScript usa para achar o elemento.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41534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36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getElementById("tamanhoGrande")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68096" y="4656328"/>
            <a:ext cx="31616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usuário normalmente não vê o id.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3834" y="2873248"/>
            <a:ext cx="3564026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15002" y="3037840"/>
            <a:ext cx="31616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value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15002" y="3440176"/>
            <a:ext cx="31616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É a informação que aquela opção representa.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15002" y="41534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36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tamanhoGrande.value → "Grande"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15002" y="4656328"/>
            <a:ext cx="31616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Diz qual opção foi escolhida.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60741" y="2873248"/>
            <a:ext cx="3564026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1909" y="3037840"/>
            <a:ext cx="31616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checked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61909" y="3440176"/>
            <a:ext cx="31616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É verdadeiro ou falso. Diz se está marcado.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61909" y="41534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36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extraBacon.checked → true/false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61909" y="4656328"/>
            <a:ext cx="31616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Decide se entra no cálculo.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387848"/>
            <a:ext cx="4572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5387848"/>
            <a:ext cx="10856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id acha. value informa. checked confirma se está marcado.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Radio button: só uma opção pode valer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 radio quando as opções competem entre si.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1760" cy="1917192"/>
          </a:xfrm>
          <a:prstGeom prst="roundRect">
            <a:avLst>
              <a:gd name="adj" fmla="val 3339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4989424" cy="167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&lt;label&gt;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&lt;input id="tamanhoPequeno"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type="radio" name="tamanho"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value="Pequeno"&gt;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Pequeno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&lt;/label&gt;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3008" y="1691640"/>
            <a:ext cx="5391760" cy="1917192"/>
          </a:xfrm>
          <a:prstGeom prst="roundRect">
            <a:avLst>
              <a:gd name="adj" fmla="val 3339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52464" y="1847088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 ponto importante é o name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52464" y="2212848"/>
            <a:ext cx="4952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Radios do mesmo grupo usam o mesmo name. Assim o navegador entende que só uma opção pode ficar marcada.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 exemplo, Pequeno e Grande usam name="tamanho".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3928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EXEMPLOS DE USO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4276344"/>
            <a:ext cx="11057839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tamanho do lanche: pequeno, médio, grande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tipo de roupa: camiseta, calça, vestido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classe do voo: econômica, executiva, primeira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tipo de quarto: standard, luxo, suíte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tamanho da roupa: P, M, 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Checkbox: várias opções podem entrar juntas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 checkbox quando cada opção é independente.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1760" cy="1664716"/>
          </a:xfrm>
          <a:prstGeom prst="roundRect">
            <a:avLst>
              <a:gd name="adj" fmla="val 3845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4989424" cy="1423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&lt;label&gt;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&lt;input id="extraBacon"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type="checkbox" value="Bacon"&gt;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Bacon extra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&lt;/label&gt;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3008" y="1691640"/>
            <a:ext cx="5391760" cy="1664716"/>
          </a:xfrm>
          <a:prstGeom prst="roundRect">
            <a:avLst>
              <a:gd name="adj" fmla="val 3845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52464" y="1847088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pergunta do checkbox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52464" y="221284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JavaScript não pergunta qual venceu. Ele pergunta se cada um está marcado: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52464" y="2788920"/>
            <a:ext cx="4952848" cy="1159764"/>
          </a:xfrm>
          <a:prstGeom prst="roundRect">
            <a:avLst>
              <a:gd name="adj" fmla="val 5519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53632" y="2909621"/>
            <a:ext cx="4550512" cy="918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(extraBacon.checked)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+ 4;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36763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EXEMPLOS DE USO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023868"/>
            <a:ext cx="11057839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adicionais de comida: bacon, ovo, queijo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moda: estampa personalizada, embrulho de presente, ajuste sob medida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viagem: bagagem extra, seguro, embarque prioritário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entrega: frete expresso, embalagem reforçada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evento: estacionamento, camiseta, certificado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click e change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Hoje vamos usar change para controles de formulário.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176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856232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click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86384" y="2221992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Indica que o elemento foi clicado. Bom para botão comum.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86384" y="2715768"/>
            <a:ext cx="4952848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abrir menu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fechar aviso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finalizar pedido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33008" y="1691640"/>
            <a:ext cx="539176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2464" y="1856232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change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52464" y="2221992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Indica que o valor ou marcação mudou. Bom para radio, checkbox e select.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52464" y="2715768"/>
            <a:ext cx="4952848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trocar tamanho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marcar adicional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escolher classe do voo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749040"/>
            <a:ext cx="11057839" cy="2169668"/>
          </a:xfrm>
          <a:prstGeom prst="roundRect">
            <a:avLst>
              <a:gd name="adj" fmla="val 2950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3869741"/>
            <a:ext cx="10655503" cy="1928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tamanhoGrande.addEventListener('change', function ()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console.log('Tamanho mudou');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extraBacon.addEventListener('change', function ()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console.log(extraBacon.checked);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});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6101588"/>
            <a:ext cx="4572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6101588"/>
            <a:ext cx="10856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click não está proibido. change só explica melhor o que acontece em inputs.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Primeiro passo: ler no Console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Antes de atualizar a tela, confira se o JavaScript está lendo certo.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492240" cy="3937000"/>
          </a:xfrm>
          <a:prstGeom prst="roundRect">
            <a:avLst>
              <a:gd name="adj" fmla="val 1626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6089904" cy="3695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const tamanhoGrande =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document.getElementById('tamanhoGrande');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const extraBacon =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document.getElementById('extraBacon');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tamanhoGrande.addEventListener('change', function ()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console.log(tamanhoGrande.value);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console.log(tamanhoGrande.checked);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extraBacon.addEventListener('change', function ()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console.log(extraBacon.value);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console.log(extraBacon.checked);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33488" y="1691640"/>
            <a:ext cx="4291279" cy="3937000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34656" y="1856232"/>
            <a:ext cx="38889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 que observar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534656" y="2212848"/>
            <a:ext cx="388894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value mostra o valor do HTML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checked muda entre true e false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null → id errado ou script cedo demais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nada aparece → evento não disparou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5884672"/>
            <a:ext cx="4572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5884672"/>
            <a:ext cx="10856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Primeiro leia. Depois calcule.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Escolha exclusiva com if e else if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Quando uma opção exclui a outra, use uma cadeia de decisão.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035040" cy="3179572"/>
          </a:xfrm>
          <a:prstGeom prst="roundRect">
            <a:avLst>
              <a:gd name="adj" fmla="val 2013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5632704" cy="293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let precoBase = 0;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(tamanhoSimples.checked)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precoBase = 15;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if (tamanhoDuplo.checked)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precoBase = 20;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if (tamanhoTriplo.checked)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precoBase = 25;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precoBase = 0;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76288" y="1691640"/>
            <a:ext cx="4748479" cy="3179572"/>
          </a:xfrm>
          <a:prstGeom prst="roundRect">
            <a:avLst>
              <a:gd name="adj" fmla="val 201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77456" y="1847088"/>
            <a:ext cx="43461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Como ler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77456" y="2157984"/>
            <a:ext cx="434614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Simples marcado → preço 15</a:t>
            </a:r>
            <a:endParaRPr lang="en-US" sz="110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senão Duplo → preço 20</a:t>
            </a:r>
            <a:endParaRPr lang="en-US" sz="110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senão Triplo → preço 25</a:t>
            </a:r>
            <a:endParaRPr lang="en-US" sz="1100" dirty="0"/>
          </a:p>
          <a:p>
            <a:pPr marL="203200" indent="-203200">
              <a:spcAft>
                <a:spcPts val="4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senão, nada escolhido ainda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077456" y="3337560"/>
            <a:ext cx="43461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 else if: só uma dessas opções vale por vez.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6928" y="51638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OUTROS TEMAS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511292"/>
            <a:ext cx="11057839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 camisetaP.checked, precoBase = 39</a:t>
            </a:r>
            <a:endParaRPr lang="en-US" sz="1250" dirty="0"/>
          </a:p>
          <a:p>
            <a:pPr marL="203200" indent="-2032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 vooEconomica.checked, precoBase = 350</a:t>
            </a:r>
            <a:endParaRPr lang="en-US" sz="1250" dirty="0"/>
          </a:p>
          <a:p>
            <a:pPr marL="203200" indent="-2032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 quartoLuxo.checked, precoBase = 250</a:t>
            </a:r>
            <a:endParaRPr lang="en-US" sz="1250" dirty="0"/>
          </a:p>
          <a:p>
            <a:pPr marL="203200" indent="-2032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 casacoGG.checked, precoBase = 129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Opções extras com if separados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Checkboxes são independentes. Um não cancela o outro.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760720" cy="3684524"/>
          </a:xfrm>
          <a:prstGeom prst="roundRect">
            <a:avLst>
              <a:gd name="adj" fmla="val 1737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5358384" cy="344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let extras = 0;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(extraBacon.checked)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extras = extras + 4;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(extraOvo.checked)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extras = extras + 3;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(extraQueijo.checked)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extras = extras + 5;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01968" y="1691640"/>
            <a:ext cx="5022799" cy="3684524"/>
          </a:xfrm>
          <a:prstGeom prst="roundRect">
            <a:avLst>
              <a:gd name="adj" fmla="val 1737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03136" y="1847088"/>
            <a:ext cx="46204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Por que não usar else if aqui?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03136" y="2331720"/>
            <a:ext cx="46204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usuário pode marcar Bacon e Ovo ao mesmo tempo. Cada adicional precisa da própria pergunta.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03136" y="3108960"/>
            <a:ext cx="4620463" cy="1159764"/>
          </a:xfrm>
          <a:prstGeom prst="roundRect">
            <a:avLst>
              <a:gd name="adj" fmla="val 5519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04304" y="3229661"/>
            <a:ext cx="4218127" cy="918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(...) { 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(...) { 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(...) { }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5632196"/>
            <a:ext cx="4572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632196"/>
            <a:ext cx="10856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Radio usa if/else if. Checkbox usa vários if separados.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Função para calcular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Uma função pode ter uma responsabilidade clara: devolver o resultado.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492240" cy="4694428"/>
          </a:xfrm>
          <a:prstGeom prst="roundRect">
            <a:avLst>
              <a:gd name="adj" fmla="val 1363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6089904" cy="4453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function calcularTotal()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let total = 0;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if (tamanhoSimples.checked)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total = total + 15;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} else if (tamanhoDuplo.checked)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total = total + 20;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} else if (tamanhoTriplo.checked)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total = total + 25;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if (extraBacon.checked)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total = total + 4;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return total;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33488" y="1691640"/>
            <a:ext cx="4291279" cy="4694428"/>
          </a:xfrm>
          <a:prstGeom prst="roundRect">
            <a:avLst>
              <a:gd name="adj" fmla="val 1492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34656" y="1847088"/>
            <a:ext cx="388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 que acontece dentro dela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534656" y="2286000"/>
            <a:ext cx="388894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começa com total zero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verifica a escolha principal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soma extras se marcados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devolve o valor com return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534656" y="3611880"/>
            <a:ext cx="388894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0392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Calcular não é mostrar. A função calcula e retorna; outra parte do código mostra na tela.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Função para atualizar a tela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Depois de calcular, mostre o estado atual para o usuário.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766560" cy="3937000"/>
          </a:xfrm>
          <a:prstGeom prst="roundRect">
            <a:avLst>
              <a:gd name="adj" fmla="val 1626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6364224" cy="3695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function atualizarTela()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const total = calcularTotal();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if (tamanhoSimples.checked)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textoTamanho.textContent = 'Simples';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} else if (tamanhoDuplo.checked)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textoTamanho.textContent = 'Duplo';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} else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textoTamanho.textContent = 'nenhum';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textoTotal.textContent =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'Total: R$ ' + total.toFixed(2);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607808" y="1691640"/>
            <a:ext cx="4016959" cy="3937000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08976" y="1856232"/>
            <a:ext cx="36146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Por que isso ajuda?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08976" y="2231136"/>
            <a:ext cx="361462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todo evento chama a mesma função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resumo fica sempre atualizado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código não fica espalhado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fica mais fácil corrigir erro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amanhã fica mais fácil instalar como app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Ligando tudo com change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Quando qualquer opção mudar, recalculamos e atualizamos.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492240" cy="2674620"/>
          </a:xfrm>
          <a:prstGeom prst="roundRect">
            <a:avLst>
              <a:gd name="adj" fmla="val 2393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6089904" cy="2433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tamanhoSimples.addEventListener('change', atualizarTela);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tamanhoDuplo.addEventListener('change', atualizarTela);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tamanhoTriplo.addEventListener('change', atualizarTela);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extraBacon.addEventListener('change', atualizarTela);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extraOvo.addEventListener('change', atualizarTela);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extraQueijo.addEventListener('change', atualizarTela);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atualizarTela();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33488" y="1691640"/>
            <a:ext cx="4291279" cy="2674620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34656" y="1856232"/>
            <a:ext cx="38889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 que esta parte faz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534656" y="2212848"/>
            <a:ext cx="388894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cada input chama a mesma atualização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não repete o cálculo em cada evento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última linha mostra o estado inicial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622292"/>
            <a:ext cx="4572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4622292"/>
            <a:ext cx="10856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 usuário muda uma escolha. O app recalcula tudo. A tela mostra o novo resultado.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Exemplo 1: sanduíche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Este é só o projeto de referência. A lógica serve para outros temas.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309360" cy="4685411"/>
          </a:xfrm>
          <a:prstGeom prst="roundRect">
            <a:avLst>
              <a:gd name="adj" fmla="val 1366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5907024" cy="444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let total = 0;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(simples.checked)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+ 15;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if (duplo.checked)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+ 20;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if (triplo.checked)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+ 25;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(bacon.checked)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+ 4;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(ovo.checked)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+ 3;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textoTotal.textContent =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'Total: R$ ' + total.toFixed(2);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150608" y="1691640"/>
            <a:ext cx="4474159" cy="4685411"/>
          </a:xfrm>
          <a:prstGeom prst="roundRect">
            <a:avLst>
              <a:gd name="adj" fmla="val 143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51776" y="1856232"/>
            <a:ext cx="40718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Como adaptar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51776" y="2212848"/>
            <a:ext cx="407182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troque os ids pelos do seu HTML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troque os nomes exibidos no resumo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troque os valores do cálculo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mantenha: escolha principal + extras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teste uma opção por vez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51776" y="3657600"/>
            <a:ext cx="40718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0392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 o seu tema não é lanche, o código precisa falar a língua do seu tema.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Exemplo 2: loja de roupas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Mesmo padrão, outro tema.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309360" cy="4685411"/>
          </a:xfrm>
          <a:prstGeom prst="roundRect">
            <a:avLst>
              <a:gd name="adj" fmla="val 1366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5907024" cy="444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let total = 0;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(tamanhoP.checked)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+ 39;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if (tamanhoM.checked)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+ 39;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if (tamanhoG.checked)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+ 45;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(estampaPersonalizada.checked)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+ 15;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(embrulhoPresente.checked)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total = total + 8;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textoTotal.textContent =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'Total: R$ ' + total.toFixed(2);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150608" y="1691640"/>
            <a:ext cx="4474159" cy="4685411"/>
          </a:xfrm>
          <a:prstGeom prst="roundRect">
            <a:avLst>
              <a:gd name="adj" fmla="val 143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51776" y="1856232"/>
            <a:ext cx="40718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Elementos possíveis no HTML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51776" y="2212848"/>
            <a:ext cx="407182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radio: tamanho P, M, G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checkbox: estampa, embrulho de presente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resumo: tamanho escolhido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resultado: total do pedido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51776" y="3611880"/>
            <a:ext cx="4071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desafio: frete grátis acima de 100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51776" y="3913632"/>
            <a:ext cx="4071823" cy="1412240"/>
          </a:xfrm>
          <a:prstGeom prst="roundRect">
            <a:avLst>
              <a:gd name="adj" fmla="val 4532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52944" y="4034333"/>
            <a:ext cx="3669487" cy="117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(total &gt;= 100)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textoFrete.textContent =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'Frete grátis';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Exemplo 3: reserva de viagem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Mais um exemplo para mostrar que o tema é livre.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309360" cy="4685411"/>
          </a:xfrm>
          <a:prstGeom prst="roundRect">
            <a:avLst>
              <a:gd name="adj" fmla="val 1366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5907024" cy="444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let precoPassagem = 0;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(classeEconomica.checked)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precoPassagem += 350;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if (classeExecutiva.checked)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precoPassagem += 900;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if (classePrimeira.checked)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precoPassagem += 1800;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(extraBagagem.checked)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precoPassagem += 80;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(extraSeguro.checked) {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precoPassagem += 45;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textoPreco.textContent =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'Total: R$ ' + precoPassagem.toFixed(2);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150608" y="1691640"/>
            <a:ext cx="4474159" cy="4685411"/>
          </a:xfrm>
          <a:prstGeom prst="roundRect">
            <a:avLst>
              <a:gd name="adj" fmla="val 1431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51776" y="1856232"/>
            <a:ext cx="40718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Outras variações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51776" y="2212848"/>
            <a:ext cx="407182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hospedagem: standard, luxo, suíte</a:t>
            </a:r>
            <a:endParaRPr lang="en-US" sz="110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transporte: ônibus, carro, avião</a:t>
            </a:r>
            <a:endParaRPr lang="en-US" sz="110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pacote: básico, completo, premium</a:t>
            </a:r>
            <a:endParaRPr lang="en-US" sz="110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aluguel de carro: econômico, SUV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51776" y="5462651"/>
            <a:ext cx="40718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0392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Mesmo desenho: uma escolha principal, extras independentes e um resultado final.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ordem recomendada do arquivo script.js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Organização simples para não virar bagunça.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766560" cy="4189476"/>
          </a:xfrm>
          <a:prstGeom prst="roundRect">
            <a:avLst>
              <a:gd name="adj" fmla="val 1528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812341"/>
            <a:ext cx="6364224" cy="3948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// 1. ELEMENTOS DO HTML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const tamanhoGrande =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document.getElementById('tamanhoGrande');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const extraBacon =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document.getElementById('extraBacon');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// 2. FUNÇÕES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function calcularResultado() { ... 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function atualizarTela() { ... }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// 3. EVENTOS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tamanhoGrande.addEventListener('change', atualizarTela);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// 4. PRIMEIRA EXIBIÇÃO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atualizarTela();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607808" y="1691640"/>
            <a:ext cx="4016959" cy="4189476"/>
          </a:xfrm>
          <a:prstGeom prst="roundRect">
            <a:avLst>
              <a:gd name="adj" fmla="val 159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08976" y="1856232"/>
            <a:ext cx="36146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Por que separar assim?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08976" y="2212848"/>
            <a:ext cx="3614623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fica fácil achar cada coisa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evita repetir getElementById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erro no cálculo? você sabe onde olhar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facilita continuar amanhã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Erros comuns do Dia 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Quando quebrar, procure primeiro nestes pontos.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7839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25919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Sintoma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Primeiro lugar para olhar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Aparece null no Console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id diferente no HTML e no JavaScript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 total fica sempre zero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 input não está marcado ou o if não é chamado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Só uma checkbox conta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você usou else if onde precisava de if separado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 número junta errado com texto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confira se está somando número com número antes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 total não muda ao clicar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faltou addEventListener ou o elemento está errado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 valor aparece com muitas casas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use total.toFixed(2) para dinheiro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Tudo funciona só depois de clicar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A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chame atualizarTela() uma vez no fim do arquivo</a:t>
                      </a:r>
                      <a:endParaRPr lang="en-US" sz="115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989320"/>
            <a:ext cx="4572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989320"/>
            <a:ext cx="10856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Dica prática: teste uma mudança pequena por vez.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Missão prática da segunda metade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Cada aluno aplica a mesma lógica no próprio tema.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176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89280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Entrega mínima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2313432"/>
            <a:ext cx="4934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uma escolha exclusiva com 3+ opções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duas opções extras com checkbox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um resultado calculado ou decidido por if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um resumo atualizado na tela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eventos usando change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sem erro vermelho no Console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33008" y="1691640"/>
            <a:ext cx="539176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189280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Para quem terminar antes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1608" y="2313432"/>
            <a:ext cx="4934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botão Finalizar desabilitado até escolher a opção principal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mensagem de recomendação com base no resultado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mais uma checkbox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mostrar aviso se nada foi escolhido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61608" y="4663440"/>
            <a:ext cx="4934560" cy="1159764"/>
          </a:xfrm>
          <a:prstGeom prst="roundRect">
            <a:avLst>
              <a:gd name="adj" fmla="val 5519"/>
            </a:avLst>
          </a:prstGeom>
          <a:solidFill>
            <a:srgbClr val="16213E"/>
          </a:solidFill>
          <a:ln w="12700">
            <a:solidFill>
              <a:srgbClr val="2C3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62776" y="4784141"/>
            <a:ext cx="4532224" cy="918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(resultado &gt;= 50) {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textoAviso.textContent = 'Avançado';</a:t>
            </a:r>
            <a:endParaRPr lang="en-US" sz="1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} else { ... 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 que precisa sair funcionando hoje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Não é decorar JavaScript. É criar uma regra funcionando no próprio projeto.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Ao final do Dia 2, cada projeto deve ler escolhas do usuário, calcular ou decidir um resultado e atualizar a página sozinho.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66928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039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CHECKLIST FINAL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3063240"/>
            <a:ext cx="5391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sei explicar a diferença entre id, value e checked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sei usar change em radio e checkbox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sei usar if e else if para escolha exclusiva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sei usar vários if para extras independentes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33008" y="3063240"/>
            <a:ext cx="5391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sei calcular um resultado com let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sei mostrar o resultado com textContent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553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sei usar o Console para investigar erro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5989320"/>
            <a:ext cx="4572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5989320"/>
            <a:ext cx="10856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A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Amanhã: transformar a página em algo instalável, com manifest, ícone e visual de aplicativo.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5288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UC08 · Dia 2 · 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2026-07-21T12:34:29Z</dcterms:created>
  <dcterms:modified xsi:type="dcterms:W3CDTF">2026-07-21T12:34:29Z</dcterms:modified>
</cp:coreProperties>
</file>